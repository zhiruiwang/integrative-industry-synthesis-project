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4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4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16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AF1D5E5-0B6D-176B-C523-562AB0BC68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5446812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120000">
            <a:off x="-914400" y="4572000"/>
            <a:ext cx="14630400" cy="2560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1120000">
            <a:off x="-914400" y="5577840"/>
            <a:ext cx="14630400" cy="1645920"/>
          </a:xfrm>
          <a:prstGeom prst="rect">
            <a:avLst/>
          </a:prstGeom>
          <a:solidFill>
            <a:srgbClr val="163B5E"/>
          </a:solidFill>
          <a:ln w="12700">
            <a:solidFill>
              <a:srgbClr val="163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Pathway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Market Intelligence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Industry Synthesis Defense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Zhirui Wang | Udacity Master of AI |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 &amp; Problem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10835640" cy="6400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069848"/>
            <a:ext cx="105064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Workforce Development / HR Tech / EdTech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414758"/>
            <a:ext cx="10972800" cy="1400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lack clear visibility into viable career transitions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unknowns: skills to develop, salary trade-offs, growth outlook, automation risk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&amp; policymakers lack tools for transition feasibility and skill-gap intelligence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job platforms often provide generic advice (not evidence-based pathways)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4629830"/>
            <a:ext cx="10835640" cy="50292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4739558"/>
            <a:ext cx="10506456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evidence-based, personalized pathways — framed as decision support (not guarantees).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2743" y="456359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Is Appropriate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problem benefits from combining multiple AI paradigms: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4983480" cy="2103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and process labor market data (0*Net, BLS)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4983480" cy="2103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market metrics (growth, salary, opportunity scores)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977640"/>
            <a:ext cx="4983480" cy="2103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Recommender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similarity + ranking of transition options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3977640"/>
            <a:ext cx="4983480" cy="2103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46634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orchestration to resolve input and produce roadmaps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Pathway &amp; Labor Market Intelligence Platform (Streamlit)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5577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current occupation (natural language)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resolves the occupation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career transitions returned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+ metrics shown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 narrative roadmap generated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173736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23317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transition table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salary metrics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opportunity score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knowledge / ability gaps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(markdown narrative)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6355080"/>
            <a:ext cx="11201400" cy="41148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6464808"/>
            <a:ext cx="1087221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one coherent pipeline with defined handoffs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DA27B1F-90C3-BC32-C306-0F62864A1A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5330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D5080B5-3918-AE76-9D22-BC692227FB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388" y="658368"/>
            <a:ext cx="8651789" cy="617549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(End-to-End Flow)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Prior Capstones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integrates four prior capstone domains in code: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11201400" cy="1097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764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Data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1764792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O*NET + BLS pipeline (refresh-data CLI)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11201400" cy="1097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Statistics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2999232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salary distributions, risk-adjusted opportunity scores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069080"/>
            <a:ext cx="11201400" cy="1097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Applied 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4233672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skill similarity; weighted recommender; gap extraction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5303520"/>
            <a:ext cx="11201400" cy="1097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5468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6 — Agentic 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5468112"/>
            <a:ext cx="7178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matcher agent + roadmap generator agent (tool-using orchestration)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 &amp; Tradeoffs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11201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(vs embeddings)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and fast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dependency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a demo recommender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may lose nuance vs embeddings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11201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1089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Score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47472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0.8×overlap + 0.1×growth + 0.1×salary (normalized)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and explainable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fixed formula vs learned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4800600"/>
            <a:ext cx="11201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4983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with Tools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34924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matcher agent resolves user input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generator agent produces narrative plan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quality depends on tool context + prompting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 &amp; Responsible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risks (workforce decision support):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532120" cy="4754880"/>
          </a:xfrm>
          <a:prstGeom prst="roundRect">
            <a:avLst/>
          </a:prstGeom>
          <a:solidFill>
            <a:srgbClr val="FFF3F3"/>
          </a:solidFill>
          <a:ln w="12700">
            <a:solidFill>
              <a:srgbClr val="F2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Bias/fairness: labor data can encode inequities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Overconfidence: users may treat estimates as guarantees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displacement: recommending roles with hidden risk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5532120" cy="4754880"/>
          </a:xfrm>
          <a:prstGeom prst="roundRect">
            <a:avLst/>
          </a:prstGeom>
          <a:solidFill>
            <a:srgbClr val="F3FFF4"/>
          </a:solidFill>
          <a:ln w="12700">
            <a:solidFill>
              <a:srgbClr val="BFE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framing + clear disclaimers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scoring logic and limitations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bias audits (disaggregated metrics) before deployment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accountability, audit cadence, feedback loops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What Worked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112014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161288"/>
            <a:ext cx="10872216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evaluated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manual inspection of ranking coherence and roadmap quality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end-to-end Streamlit run to verify pipeline outputs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sanity check: Web Developer → Computer &amp; Information Research Scientist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11201400" cy="5943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3858768"/>
            <a:ext cx="10872216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observed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integration across statistics, ML/recommender, and agents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outputs: rankings + gaps + narrative roadmap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interpretable scoring and handoffs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Risks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(artifact scope):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transition scoring (no trained model with labeled outcomes)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O*NET/BLS snapshot (no real-time job posting integration)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bias propagation if data encode inequities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 over-reliance if probabilities are misinterpreted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4572000"/>
            <a:ext cx="11201400" cy="123444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4681728"/>
            <a:ext cx="10872216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would require: real transition labels, larger taxonomy, user studies, fairness audits, and monitoring.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Relevance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3949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architecture thinking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ML + agent integration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recommender design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modular 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486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 grounded in domain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 of limitations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framing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documentation &amp; reporting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315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/ Future Improvements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2975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extending toward production readiness: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11201400" cy="47548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A9C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10698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labor market APIs or periodic automated refresh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Collect/obtain labeled transition outcomes; train a transition feasibility model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 larger occupation taxonomy and richer skill representations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fairness audits + user studies; establish governance and monitoring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optional LLM roadmap generation with guardrails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evaluation (e.g., AUC on held-out transition pairs)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discuss: design choices • integration • ethics • limitations • deployment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Zhirui Wang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4183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753</Words>
  <Application>Microsoft Macintosh PowerPoint</Application>
  <PresentationFormat>Widescreen</PresentationFormat>
  <Paragraphs>134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Udacity Master of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Career Pathway &amp; Labor Market Intelligence Platform</dc:title>
  <dc:subject>Integrative Industry Synthesis Defense</dc:subject>
  <dc:creator>Zhirui Wang</dc:creator>
  <cp:lastModifiedBy>Jerry Wang</cp:lastModifiedBy>
  <cp:revision>4</cp:revision>
  <dcterms:created xsi:type="dcterms:W3CDTF">2026-03-06T22:48:25Z</dcterms:created>
  <dcterms:modified xsi:type="dcterms:W3CDTF">2026-03-19T14:32:20Z</dcterms:modified>
</cp:coreProperties>
</file>